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Fedora Lane Expansion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Calibri"/>
              </a:rPr>
              <a:t>Server/Cloud OS TDP  ·  Technical solution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Calibri"/>
              </a:rPr>
              <a:t>Local RHEL Image Builder gold image  ·  AWS AMI + Azure VHD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Calibri"/>
              </a:rPr>
              <a:t>~15 minutes  ·  Opening → Live walkthrough → Value → Closing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19456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OPENING · 1–2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Why we are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Team: Junior Consultant(s) — FASTER Server/Cloud OS TDP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Fedora Lane asked for a secure, repeatable RHEL web baseline for cloud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Today we show a working gold-image solution built with Red Hat technology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Objective: confirm challenges → walk the live implementation → agree next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19456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OPENING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Challenges we confirm with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Inconsistent estate — ~1,600 servers; mixed Rocky, Ubuntu, CentOS Stream, Amazon Linux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Risky / untraceable change — drift and ad-hoc updates drive long outages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Container skills gap — ops need a clear, repeatable container path on RHEL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Expansion Pack want: manual/local Image Builder gold image for AWS and Azure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Calibri"/>
              </a:rPr>
              <a:t>Confirming understanding before we walk the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19456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OPENING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Opening — team, challenges, objective (now)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Live walkthrough — end-user path: gold image → VM → prove controls (5–10 min)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Value summary — how this solves Fedora Lane’s challenges (2–5 min)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Closing — one concrete next step (1–2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Calibri"/>
              </a:rPr>
              <a:t>Transition → live walkthrough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19456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WALKTHROUGH · 5–10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What we implemented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Versioned Image Builder blueprint in Git (source of truth)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Local RHEL Image Builder compose → gold AMI (AWS) and gold VHD (Azure)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Launch gold VMs from that image — not stock Marketplace OS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Expansion Pack controls baked in; httpd runs as a container on port 35443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Working deployment you can verify live (SSH 2222 + curl 35443)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19456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Critical decisions — and 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Local Image Builder (not hosted console.redhat.com) — matches Expansion Pack manual compose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One blueprint → two cloud artifacts — same controls on AWS and Azure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Replace from gold image in waves — not rebuild 1,600×, not in-place root swap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Firstboot / User data starts httpd — image has the tooling; launch completes the service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SG/NSG separate from image — network policy stays in cloud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19456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Live path (end-user view)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1. Blueprint in Git — recipe for mounts, SSH, fladmins, ports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2. Compose on subscribed RHEL builder → AMI or VHD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3. Register gold image in AWS / Azure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4. Launch VM from gold image (Console or CLI)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5. Firstboot starts httpd container on 35443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6. Verify live: SELinux, mounts, ports, curl, reboot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Calibri"/>
              </a:rPr>
              <a:t>Demo now: open gold VM + verify commands (see presentation script)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19456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What we prove on the live VM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544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E0000"/>
                </a:solidFill>
                <a:latin typeface="Calibri"/>
              </a:rPr>
              <a:t>Expansion Pack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SELinux Enforcing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Separate /var/log /home /tmp /var/tmp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/tmp noexec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SSH 2222 key-only · no root SSH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fladmins · fladmin1 / fladmin2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Firewall: 2222 + 35443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E0000"/>
                </a:solidFill>
                <a:latin typeface="Calibri"/>
              </a:rPr>
              <a:t>Service in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httpd container listening on 35443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Fedora Lane index page via curl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Same checklist after reboot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Proven on AWS and Azure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Repeatable from README + runbooks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19456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VALUE · 2–5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How this addresses Fedora Lane’s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Inconsistency → one Git blueprint → identical gold baselines on AWS and Azure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Risky change → hardened SSH/sudo baked in; rebuild anytime from source of truth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Container skills gap → httpd runs as a container on every gold web VM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Dual-cloud reality → proven AMI path and VHD path with the same recipe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19456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What this leaves open for the future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Scale: Launch Templates / ASG (AWS) and Scale Sets / Shared Image Gallery (Azure)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Day-2: change blueprint → recompose new gold version → roll replace waves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Security: add OpenSCAP / CIS profile to the same Image Builder factory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Alternates already in repo: Kickstart and Image Mode if you prefer those factories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Integration: feed gold images into existing CI/CD, IaC, and change-control processes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19456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CLOSING · 1–2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Core message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Fedora Lane can standardize the e-commerce web OS with a repeatable RHEL gold image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Built with Red Hat Image Builder, versioned in Git, proven on AWS and Azure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Technical value today: Expansion Pack controls + containerized httpd + dual-cloud deploy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19456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One concrete next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Approve a non-prod pilot: launch web nodes from the gold AMI / Azure image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Use Launch Template / scale set for new capacity; keep Git as change control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After pilot: wave-replace selected prod pools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Calibri"/>
              </a:rPr>
              <a:t>Ask: green-light non-prod pilot as the web OS standard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Thank you — questions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Calibri"/>
              </a:rPr>
              <a:t>Git source of truth: github.com/ydandge-oss/fedora-lane-core-pack-faster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Calibri"/>
              </a:rPr>
              <a:t>Branch: expansion-tdp-solution  ·  README + runbooks + verify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Calibri"/>
              </a:rPr>
              <a:t>Spoken script: docs/presentation-script-part1-video.md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