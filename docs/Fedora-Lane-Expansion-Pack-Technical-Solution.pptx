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Fedora Lane Expansion Pack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CCCCCC"/>
                </a:solidFill>
                <a:latin typeface="Calibri"/>
              </a:rPr>
              <a:t>Secure RHEL gold image for the e-commerce web fleet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1188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CCCCCC"/>
                </a:solidFill>
                <a:latin typeface="Calibri"/>
              </a:rPr>
              <a:t>Local RHEL Image Builder  ·  Proven on AWS (AMI) and Azure (VHD)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2336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CCCCCC"/>
                </a:solidFill>
                <a:latin typeface="Calibri"/>
              </a:rPr>
              <a:t>Technical solution briefing  ·  ~15 minutes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2011680" cy="54864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Your challenges — confirm understanding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What we built — gold image solution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How it works — blueprint → image → VM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Security &amp; Expansion Pack controls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How you operate it — Console and CLI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Scaling toward ~1,600 servers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Recommendations and next phase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Calibri"/>
              </a:rPr>
              <a:t>Challenges we heard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2011680" cy="54864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Inconsistent estate — ~1,600 servers; Rocky, Ubuntu, CentOS Stream, Amazon Linux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Risky / untraceable change — drift and ad-hoc updates create long outages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Container skills gap — need a clear, repeatable way to run services on RHEL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Want: one secure RHEL baseline for AWS and Azure, rebuildable from Git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Calibri"/>
              </a:rPr>
              <a:t>Solution in one sentence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2011680" cy="54864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Gold RHEL image from a versioned Image Builder blueprint in Git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Compose once to AMI (AWS) and VHD (Azure)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Launch VMs from that image — same controls every time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Local Image Builder (not hosted console.redhat.com)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Calibri"/>
              </a:rPr>
              <a:t>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2011680" cy="54864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Expansion Pack controls live in the blueprint (Git)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Local RHEL Image Builder composes the gold image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Outputs: AWS gold AMI  and  Azure gold VHD → managed image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Launch gold VMs — verify + reboot proven on both clouds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Calibri"/>
              </a:rPr>
              <a:t>Blueprint → Compose → AMI/VHD → Launch → Gold web node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Calibri"/>
              </a:rPr>
              <a:t>Path: blueprint → running VM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2011680" cy="54864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1. Blueprint — mounts, users, ports, packages (Git)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2. Compose — Image Builder builds AMI or VHD (RHSM builder)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3. Register — AMI in AWS / managed image in Azure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4. Launch — new VM from gold image (not stock Marketplace)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5. Firstboot — starts httpd container on port 35443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6. Verify — SELinux, mounts, ports, curl, reboot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Calibri"/>
              </a:rPr>
              <a:t>SG/NSG opens ports 2222 &amp; 35443 · Firstboot / User data starts httpd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Calibri"/>
              </a:rPr>
              <a:t>Expansion Pack controls (baked 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2011680" cy="54864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Separate filesystems: /var/log, /home, /tmp, /var/tmp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/tmp mounted noexec · SELinux enforcing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SSH on port 2222 — key-only, no root SSH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Admins: fladmins group · fladmin1 / fladmin2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httpd in a container on port 35443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Firewall limited to SSH + httpd · Proven after reboot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Calibri"/>
              </a:rPr>
              <a:t>Operate with Console or CLI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2011680" cy="54864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46304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EE0000"/>
                </a:solidFill>
                <a:latin typeface="Calibri"/>
              </a:rPr>
              <a:t>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01168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Region: us-east-2 (Ohio)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Launch from AMI fl-rhel-gold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SG: TCP 2222 + 35443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User data re-runs firstboot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SSH: fladmin1 @ port 2222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curl http://&lt;ip&gt;:35443/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28016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46304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EE0000"/>
                </a:solidFill>
                <a:latin typeface="Calibri"/>
              </a:rPr>
              <a:t>Azure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01168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Create VM from image fl-rhel-gold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NSG: TCP 2222 + 35443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SSH fladmin1 on port 2222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Same verify checklist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Docs in Git for step-by-step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Calibri"/>
              </a:rPr>
              <a:t>Live evidence — what we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2011680" cy="54864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SELinux Enforcing · separate mounts · /tmp noexec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Listeners on 2222 and 35443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Fedora Lane index page from the httpd container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fladmins / fladmin1 present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Root SSH rejected · password SSH rejected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Survives reboot — same checklist on AWS and Azure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Calibri"/>
              </a:rPr>
              <a:t>Scaling toward ~1,600 servers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2011680" cy="54864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Do not run Image Builder 1,600 times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Freeze a versioned gold AMI / Azure image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Launch from Launch Template / ASG (AWS) or Scale Sets / Gallery (Azure)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Replace in waves: canary → batches → rest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Day-2: change blueprint in Git → recompose → roll new waves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Primary model: replace from gold image (not in-place root swap)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Calibri"/>
              </a:rPr>
              <a:t>Value mapped to your challenges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2011680" cy="54864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Inconsistency → one blueprint → identical AMI/VHD baselines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Risky change → hardened SSH/sudo baked in; rebuild from Git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Container skills gap → httpd runs as a container on every gold VM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Dual cloud → proven path on both AWS and Azure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Calibri"/>
              </a:rPr>
              <a:t>Recommendations &amp; next phase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2011680" cy="54864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This month: pilot gold image on non-prod web nodes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Adopt Launch Template / scale set for new capacity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Keep Git blueprint as the change-control source of truth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Next: wave-replace selected prod pools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Optional: OpenSCAP CIS · Kickstart / Image Mode alternates in repo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•  Ask: Approve non-prod pilot as the web OS standard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Thank you — questions welcome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CCCCCC"/>
                </a:solidFill>
                <a:latin typeface="Calibri"/>
              </a:rPr>
              <a:t>Repository: github.com/ydandge-oss/fedora-lane-core-pack-faster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CCCCCC"/>
                </a:solidFill>
                <a:latin typeface="Calibri"/>
              </a:rPr>
              <a:t>Branch: expansion-tdp-solution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2336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CCCCCC"/>
                </a:solidFill>
                <a:latin typeface="Calibri"/>
              </a:rPr>
              <a:t>Docs: solution-overview · AWS/Azure runbooks · launch CLI/console · verify checklist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